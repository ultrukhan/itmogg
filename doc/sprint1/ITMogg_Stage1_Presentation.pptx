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11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0749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302B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188720"/>
            <a:ext cx="4572000" cy="45720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331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ITMogg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1546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Household Expense &amp; Chore Tracker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Team Formation &amp; Topic Selection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B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Engineering, Part 1  •  github.com/ultrukhan/ITMogg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4FAF8"/>
          </a:solidFill>
          <a:ln w="12700">
            <a:solidFill>
              <a:srgbClr val="D6EC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6916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Roommates and shared-household members constantly disagree about who owes what for shared purchases, and chores go untracked or unevenly split.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8862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tracking (spreadsheets, group chats) is tedious to maintain and gets abandoned within weeks — leading to disputes and unfair distribution of both cost and effort.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Users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0" y="238658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903720" y="22219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roommates sharing an apartment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583680" y="316382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903720" y="29992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 residents splitting groceries &amp; bills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583680" y="394106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6903720" y="37764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shared households (2–6 people)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583680" y="471830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903720" y="45537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tired of spreadsheets &amp; IOUs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ITMogg — Stage 1: Team &amp; Topic Selection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&amp; Core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3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household members log shared expenses — manually or by scanning a receipt — get automatic, minimal-payment settlements, and track chores fairly.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4FAF8"/>
          </a:solidFill>
          <a:ln w="12700">
            <a:solidFill>
              <a:srgbClr val="D6EC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2402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Expense Splitting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77240" y="3474720"/>
            <a:ext cx="2057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entry or AI-parsed receipt photos (Gemini API), split equally, by amount, or by %.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96596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4FAF8"/>
          </a:solidFill>
          <a:ln w="12700">
            <a:solidFill>
              <a:srgbClr val="D6EC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22402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11880" y="29718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Settlement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611880" y="3474720"/>
            <a:ext cx="2057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Debt-simplification algorithm computes the minimum number of payments to settle everyone up.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96596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4FAF8"/>
          </a:solidFill>
          <a:ln w="12700">
            <a:solidFill>
              <a:srgbClr val="D6EC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22402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46520" y="29718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Chore Tracking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446520" y="3474720"/>
            <a:ext cx="2057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chores with auto-rotation, completion history, and fairness tracking.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560" y="196596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4FAF8"/>
          </a:solidFill>
          <a:ln w="12700">
            <a:solidFill>
              <a:srgbClr val="D6EC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81160" y="22402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928116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281160" y="29718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&amp; Reports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281160" y="3474720"/>
            <a:ext cx="2057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Balances, upcoming chores, and spending charts at a glance; CSV/PDF export.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ITMogg — Stage 1: Team &amp; Topic Selection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Responsibilities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4173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25880" y="1417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46120" y="1417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23560" y="14173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Responsibility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11064240" cy="841248"/>
          </a:xfrm>
          <a:prstGeom prst="rect">
            <a:avLst/>
          </a:prstGeom>
          <a:solidFill>
            <a:srgbClr val="F4FAF8"/>
          </a:solidFill>
          <a:ln w="9525">
            <a:solidFill>
              <a:srgbClr val="E3F0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20240"/>
            <a:ext cx="411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1920240"/>
            <a:ext cx="1691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Svyatoslav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46120" y="1920240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+ AI Integration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23560" y="1920240"/>
            <a:ext cx="5897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shell/navigation; Gemini receipt-parsing integration &amp; review screen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2761488"/>
            <a:ext cx="411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2761488"/>
            <a:ext cx="1691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46120" y="2761488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23560" y="2761488"/>
            <a:ext cx="5897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entry, balances/settlement screens, dashboard &amp; reports UI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3602736"/>
            <a:ext cx="411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5880" y="3602736"/>
            <a:ext cx="1691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Uliana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46120" y="3602736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23560" y="3602736"/>
            <a:ext cx="5897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Household/expense data model, ADO.NET data access, expense CRUD logic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443984"/>
            <a:ext cx="1106424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3F0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443984"/>
            <a:ext cx="411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25880" y="4443984"/>
            <a:ext cx="1691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Nazar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46120" y="4443984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23560" y="4443984"/>
            <a:ext cx="5897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Debt-simplification engine, chore scheduling logic, validation rules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285232"/>
            <a:ext cx="11064240" cy="841248"/>
          </a:xfrm>
          <a:prstGeom prst="rect">
            <a:avLst/>
          </a:prstGeom>
          <a:solidFill>
            <a:srgbClr val="F4FAF8"/>
          </a:solidFill>
          <a:ln w="9525">
            <a:solidFill>
              <a:srgbClr val="E3F0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5285232"/>
            <a:ext cx="411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325880" y="5285232"/>
            <a:ext cx="1691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Solomiia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46120" y="5285232"/>
            <a:ext cx="2148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23560" y="5285232"/>
            <a:ext cx="5897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strategy, unit/integration tests, GitHub Actions CI, bug tracking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ITMogg — Stage 1: Team &amp; Topic Selection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3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&amp; Process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39" y="1463040"/>
            <a:ext cx="10761618" cy="4297680"/>
          </a:xfrm>
          <a:prstGeom prst="roundRect">
            <a:avLst>
              <a:gd name="adj" fmla="val 2553"/>
            </a:avLst>
          </a:prstGeom>
          <a:solidFill>
            <a:srgbClr val="1E3F3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github.com/ultrukhan/ITMogg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914400" y="3072384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90779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9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UI / Business Logic / Data Access / Tests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3730752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5661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9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Projects board (Backlog → Done)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4400" y="438912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422452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9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— build &amp; test on every PR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14400" y="5047488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4882896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9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branches + PR review before merge to main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F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ITMogg — Stage 1: Team &amp; Topic Selection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5220" y="-176716"/>
            <a:ext cx="12822439" cy="7211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061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364</Words>
  <Application>Microsoft Office PowerPoint</Application>
  <PresentationFormat>Widescreen</PresentationFormat>
  <Paragraphs>68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4</cp:revision>
  <dcterms:created xsi:type="dcterms:W3CDTF">2026-09-10T06:55:39Z</dcterms:created>
  <dcterms:modified xsi:type="dcterms:W3CDTF">2026-09-10T07:22:29Z</dcterms:modified>
</cp:coreProperties>
</file>